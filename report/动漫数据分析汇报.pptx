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🎬 动漫数据分析</a:t>
            </a:r>
          </a:p>
          <a:p>
            <a:pPr algn="ctr">
              <a:defRPr sz="2400">
                <a:solidFill>
                  <a:srgbClr val="646464"/>
                </a:solidFill>
              </a:defRPr>
            </a:pPr>
            <a:r>
              <a:t>基于 MyAnimeList 数据集的完整数据分析</a:t>
            </a:r>
          </a:p>
          <a:p>
            <a:br/>
            <a:pPr algn="ctr">
              <a:defRPr sz="2000"/>
            </a:pPr>
            <a:r>
              <a:t>《数据分析应用》期末综合任务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1. 研究背景与问题定义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2. 数据来源与字段说明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3. 数据清洗与预处理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4. 探索性数据分析（EDA）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5. 特征工程与建模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6. 模型评估结果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7. 聚类分析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8. 大模型辅助分析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9. 结论与建议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一、研究背景与问题定义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📌 研究背景：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全球动漫产业快速发展，MyAnimeList 积累了海量用户行为数据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数据驱动的分析可以揭示动漫市场的规律和趋势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🎯 核心问题：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1. 哪些因素最显著地影响动漫评分？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2. 能否基于特征预测评分？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3. 能否将动漫自动分群？各群体有什么特征？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二、数据来源与字段说明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数据概况：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来源：MyAnimeList 平台公开数据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规模：15,000 行 × 20 列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时间跨度：1961 - 2025 年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📋 核心字段：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番名、分数、类型、主题、受众群体、视频类型、集数、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年份、工作室、源材料、时长、人气排名、收藏、关注人数、社区成员数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三、数据清洗与预处理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🔧 清洗步骤：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1. 时长字段转换："24分钟" → 24（数值）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2. 多值列拆分：类型、主题拆分为列表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3. 缺失值处理：集数用中位数填充，分类列用"Unknown"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4. 删除高缺失列：季节（68.8%空）、年份和季节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5. 删除关键字段缺失行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清洗结果：4,562 行 × 22 列（原 15,000 行）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四、EDA — 评分分布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评分分布特征：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均值：6.95，标准差：0.71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集中在 6.0-8.0 区间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极端高分（&gt;9.0）和低分（&lt;5.0）较少</a:t>
            </a:r>
          </a:p>
        </p:txBody>
      </p:sp>
      <p:pic>
        <p:nvPicPr>
          <p:cNvPr id="5" name="Picture 4" descr="dist_分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108960"/>
            <a:ext cx="6858000" cy="2413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四、EDA — 类型分布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📊 Top 5 类型：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喜剧（1157部）→ 动作（353部）→ 幻想（417部）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冒险（205部）→ 奇幻（184部）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💡 很多动漫是多种类型组合</a:t>
            </a:r>
          </a:p>
        </p:txBody>
      </p:sp>
      <p:pic>
        <p:nvPicPr>
          <p:cNvPr id="5" name="Picture 4" descr="bar_genre_to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474720"/>
            <a:ext cx="6858000" cy="33982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四、EDA — 年份趋势与相关性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📈 年份趋势：2010年后产出显著增加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🔥 相关性：收藏数、关注人数、社区成员数高度正相关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7744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五、可视化 — 视频类型与源材料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📺 视频类型：电视动画和电影评分分布集中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📖 源材料：漫画改编和原创是两大主要来源</a:t>
            </a:r>
          </a:p>
        </p:txBody>
      </p:sp>
      <p:pic>
        <p:nvPicPr>
          <p:cNvPr id="5" name="Picture 4" descr="box_视频类型_vs_分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77440"/>
            <a:ext cx="6858000" cy="28343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六、特征工程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🔧 特征构建（共28个特征）：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数值特征（9个）：集数、时长、人气排名、收藏、关注人数等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编码特征（4个）：视频类型、源材料、受众群体、年龄适度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类型特征（15个）：Top 15 类型的 one-hot 编码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➕ 人气综合得分（加权归一化）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➕ 番龄、是否经典、年代分箱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七、建模结果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🏆 模型对比：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058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R²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LinearRegression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0.5485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0.4945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0.5486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0.5372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0.7100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0.3863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0.2923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0.7246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七、特征重要性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🔑 最重要特征：收藏数（69%）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其次：集数（5.4%）、番龄（4.4%）、关注人数（3.9%）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说明：用户行为数据比内容属性更能预测评分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74320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八、聚类分析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🔬 K-Means 聚类（K=4）：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聚类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平均评分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平均收藏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特征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聚类0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长尾基础作品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聚类1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1242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普通流行作品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聚类2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1460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主流优质作品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聚类3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44903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现象级爆款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八、聚类 PCA 可视化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💡 市场呈金字塔结构：2.9%头部 → 36%腰部 → 22.7%长尾</a:t>
            </a:r>
          </a:p>
        </p:txBody>
      </p:sp>
      <p:pic>
        <p:nvPicPr>
          <p:cNvPr id="5" name="Picture 4" descr="pca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九、大模型辅助分析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🤖 使用阿里百炼 DashScope API（kimi-k2.6）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📋 分析内容：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对分析结果生成结构化总结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多 temperature 对比（0.2 / 0.7 / 1.2）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💡 结论：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temperature=0.2 最客观，适合数据分析报告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temperature=1.2 输出更随机，可能偏离数据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详见 output/llm_analysis.json 和 llm_multi_temperature.json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十、核心结论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1. 收藏数是预测评分的最强特征（重要性69%）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2. GradientBoosting 模型 R²=0.72，能解释72%评分变异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3. 动漫市场呈金字塔结构：头部2.9%、腰部36%、长尾22.7%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4. 喜剧、动作、奇幻是最主流类型组合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✅ 5. ToeiAnimation、Sunrise 产量最高，但产量≠评分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十一、不足与改进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2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⚠️ 局限性：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数据缺失：受众群体70%、年份68%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特征局限：未纳入导演、编剧、声优等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模型 R²=0.72 仍有提升空间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🔮 改进方向：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补充外部数据（制作经费、播出平台等）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尝试深度学习模型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  • 引入文本分析（评论情感、简介关键词）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感谢聆听！</a:t>
            </a:r>
          </a:p>
          <a:p>
            <a:br/>
            <a:pPr algn="ctr">
              <a:defRPr sz="3200">
                <a:solidFill>
                  <a:srgbClr val="3498DB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